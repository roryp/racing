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 Internally the game builds OpenAI-style 'predicate' questions and lib/decisions.js maps them to noul.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luna-gp-45684.azurewebsites.net: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luna-gp-45684.azurewebsites.net"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r>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r>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r>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r>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r>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1" name="Text 9"/>
          <p:cNvSpPr/>
          <p:nvPr/>
        </p:nvSpPr>
        <p:spPr>
          <a:xfrm>
            <a:off x="777240" y="3941064"/>
            <a:ext cx="3566160" cy="411480"/>
          </a:xfrm>
          <a:prstGeom prst="rect">
            <a:avLst/>
          </a:prstGeom>
          <a:noFill/>
          <a:ln/>
        </p:spPr>
        <p:txBody>
          <a:bodyPr wrap="square" lIns="0" tIns="0" rIns="0" bIns="0" rtlCol="0" anchor="t"/>
          <a:lstStyle/>
          <a:p>
            <a:pPr indent="0" marL="0">
              <a:buNone/>
            </a:pPr>
            <a:r>
              <a:rPr lang="en-US" sz="1050" dirty="0">
                <a:solidFill>
                  <a:srgbClr val="ABA6C8"/>
                </a:solidFill>
                <a:latin typeface="Segoe UI" pitchFamily="34" charset="0"/>
                <a:ea typeface="Segoe UI" pitchFamily="34" charset="-122"/>
                <a:cs typeface="Segoe UI" pitchFamily="34" charset="-120"/>
              </a:rPr>
              <a:t>Game code calls it a </a:t>
            </a:r>
            <a:pPr indent="0" marL="0">
              <a:buNone/>
            </a:pPr>
            <a:r>
              <a:rPr lang="en-US" sz="1050" dirty="0">
                <a:solidFill>
                  <a:srgbClr val="ECE9F8"/>
                </a:solidFill>
                <a:latin typeface="Consolas" pitchFamily="34" charset="0"/>
                <a:ea typeface="Consolas" pitchFamily="34" charset="-122"/>
                <a:cs typeface="Consolas" pitchFamily="34" charset="-120"/>
              </a:rPr>
              <a:t>predicate</a:t>
            </a:r>
            <a:pPr indent="0" marL="0">
              <a:buNone/>
            </a:pPr>
            <a:r>
              <a:rPr lang="en-US" sz="1050" dirty="0">
                <a:solidFill>
                  <a:srgbClr val="ABA6C8"/>
                </a:solidFill>
                <a:latin typeface="Segoe UI" pitchFamily="34" charset="0"/>
                <a:ea typeface="Segoe UI" pitchFamily="34" charset="-122"/>
                <a:cs typeface="Segoe UI" pitchFamily="34" charset="-120"/>
              </a:rPr>
              <a:t>; </a:t>
            </a:r>
            <a:pPr indent="0" marL="0">
              <a:buNone/>
            </a:pPr>
            <a:r>
              <a:rPr lang="en-US" sz="1050" dirty="0">
                <a:solidFill>
                  <a:srgbClr val="ECE9F8"/>
                </a:solidFill>
                <a:latin typeface="Consolas" pitchFamily="34" charset="0"/>
                <a:ea typeface="Consolas" pitchFamily="34" charset="-122"/>
                <a:cs typeface="Consolas" pitchFamily="34" charset="-120"/>
              </a:rPr>
              <a:t>lib/decisions.js</a:t>
            </a:r>
            <a:pPr indent="0" marL="0">
              <a:buNone/>
            </a:pPr>
            <a:r>
              <a:rPr lang="en-US" sz="1050" dirty="0">
                <a:solidFill>
                  <a:srgbClr val="ABA6C8"/>
                </a:solidFill>
                <a:latin typeface="Segoe UI" pitchFamily="34" charset="0"/>
                <a:ea typeface="Segoe UI" pitchFamily="34" charset="-122"/>
                <a:cs typeface="Segoe UI" pitchFamily="34" charset="-120"/>
              </a:rPr>
              <a:t> maps it to </a:t>
            </a:r>
            <a:pPr indent="0" marL="0">
              <a:buNone/>
            </a:pPr>
            <a:r>
              <a:rPr lang="en-US" sz="1050" dirty="0">
                <a:solidFill>
                  <a:srgbClr val="ECE9F8"/>
                </a:solidFill>
                <a:latin typeface="Consolas" pitchFamily="34" charset="0"/>
                <a:ea typeface="Consolas" pitchFamily="34" charset="-122"/>
                <a:cs typeface="Consolas" pitchFamily="34" charset="-120"/>
              </a:rPr>
              <a:t>noul</a:t>
            </a:r>
            <a:pPr indent="0" marL="0">
              <a:buNone/>
            </a:pPr>
            <a:r>
              <a:rPr lang="en-US" sz="1050" dirty="0">
                <a:solidFill>
                  <a:srgbClr val="ABA6C8"/>
                </a:solidFill>
                <a:latin typeface="Segoe UI" pitchFamily="34" charset="0"/>
                <a:ea typeface="Segoe UI" pitchFamily="34" charset="-122"/>
                <a:cs typeface="Segoe UI" pitchFamily="34" charset="-120"/>
              </a:rPr>
              <a:t> on the wire.</a:t>
            </a:r>
            <a:endParaRPr lang="en-US" sz="105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r>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09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r>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r>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r>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r>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r>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r>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luna-gp-45684.azurewebsites.net</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r>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r>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r>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r>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r>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2026-10-27T18:36:14Z</dcterms:created>
  <dcterms:modified xsi:type="dcterms:W3CDTF">2026-10-27T18:36:14Z</dcterms:modified>
</cp:coreProperties>
</file>