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8" r:id="rId19"/>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endParaRPr lang="en-US"/>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endParaRPr lang="en-US"/>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endParaRPr lang="en-US"/>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endParaRPr lang="en-US"/>
          </a:p>
        </p:txBody>
      </p:sp>
      <p:sp>
        <p:nvSpPr>
          <p:cNvPr id="4" name="Slide Number Placeholder 3"/>
          <p:cNvSpPr>
            <a:spLocks noGrp="1"/>
          </p:cNvSpPr>
          <p:nvPr>
            <p:ph type="sldNum" sz="quarter" idx="10"/>
          </p:nvPr>
        </p:nvSpPr>
        <p:spPr/>
        <p:txBody>
          <a:bodyPr/>
          <a:lstStyle/>
          <a:p>
            <a:fld id="{3FEF4712-8A2B-4CC3-AF43-90CF52B31007}" type="slidenum">
              <a:rPr lang="en-US"/>
              <a:t>7</a:t>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1"/>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spc="300" kern="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sp>
      <p:sp>
        <p:nvSpPr>
          <p:cNvPr id="8" name="Response card"/>
          <p:cNvSpPr/>
          <p:nvPr/>
        </p:nvSpPr>
        <p:spPr>
          <a:xfrm>
            <a:off x="4663440" y="1874520"/>
            <a:ext cx="3931920" cy="2651760"/>
          </a:xfrm>
          <a:prstGeom prst="roundRect">
            <a:avLst>
              <a:gd name="adj" fmla="val 9143"/>
            </a:avLst>
          </a:prstGeom>
          <a:solidFill>
            <a:srgbClr val="110F2B"/>
          </a:solidFill>
          <a:ln/>
        </p:spPr>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xml:space="preserve">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xml:space="preserve">  "questions": {</a:t>
            </a:r>
            <a:endParaRPr sz="1050"/>
          </a:p>
          <a:p>
            <a:pPr>
              <a:lnSpc>
                <a:spcPts val="1150"/>
              </a:lnSpc>
              <a:buNone/>
            </a:pPr>
            <a:r>
              <a:rPr lang="en-US" sz="1050">
                <a:solidFill>
                  <a:srgbClr val="ECE9F8"/>
                </a:solidFill>
                <a:latin typeface="Consolas"/>
              </a:rPr>
              <a:t xml:space="preserve">    "maneuver": { "type": </a:t>
            </a:r>
            <a:r>
              <a:rPr lang="en-US" sz="1050">
                <a:solidFill>
                  <a:srgbClr val="FFD166"/>
                </a:solidFill>
                <a:latin typeface="Consolas"/>
              </a:rPr>
              <a:t xml:space="preserve">"choice", … },</a:t>
            </a:r>
            <a:endParaRPr sz="1050"/>
          </a:p>
          <a:p>
            <a:pPr>
              <a:lnSpc>
                <a:spcPts val="1150"/>
              </a:lnSpc>
              <a:buNone/>
            </a:pPr>
            <a:r>
              <a:rPr lang="en-US" sz="1050">
                <a:solidFill>
                  <a:srgbClr val="ECE9F8"/>
                </a:solidFill>
                <a:latin typeface="Consolas"/>
              </a:rPr>
              <a:t xml:space="preserve">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xml:space="preserve">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xml:space="preserve">  "answers": {</a:t>
            </a:r>
            <a:endParaRPr sz="1050"/>
          </a:p>
          <a:p>
            <a:pPr>
              <a:lnSpc>
                <a:spcPts val="1150"/>
              </a:lnSpc>
              <a:buNone/>
            </a:pPr>
            <a:r>
              <a:rPr lang="en-US" sz="1050">
                <a:solidFill>
                  <a:srgbClr val="ECE9F8"/>
                </a:solidFill>
                <a:latin typeface="Consolas"/>
              </a:rPr>
              <a:t xml:space="preserve">    "maneuver": {</a:t>
            </a:r>
            <a:endParaRPr sz="1050"/>
          </a:p>
          <a:p>
            <a:pPr>
              <a:lnSpc>
                <a:spcPts val="1150"/>
              </a:lnSpc>
              <a:buNone/>
            </a:pPr>
            <a:r>
              <a:rPr lang="en-US" sz="1050">
                <a:solidFill>
                  <a:srgbClr val="ECE9F8"/>
                </a:solidFill>
                <a:latin typeface="Consolas"/>
              </a:rPr>
              <a:t xml:space="preserve">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xml:space="preserve">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09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xml:space="preserve">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 xml:space="preserve">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indent="0" marL="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xml:space="preserve">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10 / 13</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spc="300" kern="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sp>
      <p:sp>
        <p:nvSpPr>
          <p:cNvPr id="8" name="Output card"/>
          <p:cNvSpPr/>
          <p:nvPr/>
        </p:nvSpPr>
        <p:spPr>
          <a:xfrm>
            <a:off x="4800600" y="1874520"/>
            <a:ext cx="3794760" cy="2148840"/>
          </a:xfrm>
          <a:prstGeom prst="roundRect">
            <a:avLst>
              <a:gd name="adj" fmla="val 9143"/>
            </a:avLst>
          </a:prstGeom>
          <a:solidFill>
            <a:srgbClr val="110F2B"/>
          </a:solidFill>
          <a:ln/>
        </p:spPr>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 xml:space="preserve">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 xml:space="preserve">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