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1"/>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indent="0" marL="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xml:space="preserve">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09 / 12</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